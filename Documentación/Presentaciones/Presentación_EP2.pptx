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/m3NMMo8UXxkqlOJv/3cnRVoy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Planeados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  <c:pt idx="3">
                    <c:v>Sprint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21</c:v>
                </c:pt>
                <c:pt idx="2">
                  <c:v>21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Entregados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  <c:pt idx="3">
                    <c:v>Sprint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</c:v>
                </c:pt>
                <c:pt idx="1">
                  <c:v>18</c:v>
                </c:pt>
                <c:pt idx="2">
                  <c:v>21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589520" y="-457200"/>
            <a:ext cx="2286000" cy="2286000"/>
          </a:xfrm>
          <a:prstGeom prst="ellipse">
            <a:avLst/>
          </a:prstGeom>
          <a:solidFill>
            <a:srgbClr val="14B8A6">
              <a:alpha val="30196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943600" y="3840480"/>
            <a:ext cx="3657600" cy="3657600"/>
          </a:xfrm>
          <a:prstGeom prst="ellipse">
            <a:avLst/>
          </a:prstGeom>
          <a:solidFill>
            <a:srgbClr val="14B8A6">
              <a:alpha val="12156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100584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CertiMentor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2331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Plataforma de Mentoría Técnica Certificada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2926080"/>
            <a:ext cx="5029200" cy="3657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17588" y="4119925"/>
            <a:ext cx="15945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Nicolás Parra  </a:t>
            </a: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2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Brayan Gallardo   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Emilio Morales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912100" y="4446200"/>
            <a:ext cx="159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Docente: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Marcela Gonzalez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¿Qué es CertiMentor?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fmla="val 12000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3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META CENTRAL: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Optimizar el tiempo de estudio y garantizar la veracidad técnica de los mentores.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2148840"/>
            <a:ext cx="260604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2148840"/>
            <a:ext cx="2606040" cy="10972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371600" y="2286000"/>
            <a:ext cx="777240" cy="777240"/>
          </a:xfrm>
          <a:prstGeom prst="ellipse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371600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15468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Estudiantes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4360" y="356616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Conectan con mentores certificados en el momento de bloqueo, reduciendo horas perdidas en foros.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91840" y="2148840"/>
            <a:ext cx="260604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91840" y="2148840"/>
            <a:ext cx="260604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206240" y="2286000"/>
            <a:ext cx="777240" cy="777240"/>
          </a:xfrm>
          <a:prstGeom prst="ellipse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206240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👨‍💻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383280" y="315468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29000" y="356616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Demuestran sus competencias técnicas formalmente y ganan prestigio visible en la plataforma.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26480" y="2148840"/>
            <a:ext cx="260604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126480" y="2148840"/>
            <a:ext cx="2606040" cy="1097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040880" y="2286000"/>
            <a:ext cx="777240" cy="777240"/>
          </a:xfrm>
          <a:prstGeom prst="ellipse">
            <a:avLst/>
          </a:prstGeom>
          <a:solidFill>
            <a:srgbClr val="7C3AED">
              <a:alpha val="1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040880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217920" y="315468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Administradores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263640" y="356616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Mantienen la integridad del ecosistema, evitando perfiles no capacitados mediante auditorías.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Impact Mapping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749808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Mapa de actores, objetivos e historias de usuario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pact_Mapping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8595360" cy="379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Historias de Usuario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Estudiantes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65760" y="1600200"/>
            <a:ext cx="26517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65760" y="1600200"/>
            <a:ext cx="2651760" cy="914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57200" y="1764792"/>
            <a:ext cx="594360" cy="256032"/>
          </a:xfrm>
          <a:prstGeom prst="roundRect">
            <a:avLst>
              <a:gd fmla="val 28571" name="adj"/>
            </a:avLst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57200" y="176479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HU-3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7200" y="207568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Buscador reactivo por etiquetas tech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5760" y="2880360"/>
            <a:ext cx="26517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2880360"/>
            <a:ext cx="2651760" cy="914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57200" y="3044952"/>
            <a:ext cx="594360" cy="256032"/>
          </a:xfrm>
          <a:prstGeom prst="roundRect">
            <a:avLst>
              <a:gd fmla="val 28571" name="adj"/>
            </a:avLst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57200" y="304495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HU-5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33558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Reserva de slots síncronos (15-30 min)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👨‍💻 Mentores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200400" y="1600200"/>
            <a:ext cx="26517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200400" y="1600200"/>
            <a:ext cx="2651760" cy="914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291840" y="1764792"/>
            <a:ext cx="594360" cy="256032"/>
          </a:xfrm>
          <a:prstGeom prst="roundRect">
            <a:avLst>
              <a:gd fmla="val 28571" name="adj"/>
            </a:avLst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291840" y="176479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HU-2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291840" y="207568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Subida de certificados en PDF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200400" y="2880360"/>
            <a:ext cx="26517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200400" y="2880360"/>
            <a:ext cx="2651760" cy="914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291840" y="3044952"/>
            <a:ext cx="594360" cy="256032"/>
          </a:xfrm>
          <a:prstGeom prst="roundRect">
            <a:avLst>
              <a:gd fmla="val 28571" name="adj"/>
            </a:avLst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291840" y="304495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HU-6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291840" y="33558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Sistema de reseñas (1 a 5 estrellas)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Administrador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035040" y="1600200"/>
            <a:ext cx="26517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035040" y="1600200"/>
            <a:ext cx="2651760" cy="91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126480" y="1764792"/>
            <a:ext cx="594360" cy="256032"/>
          </a:xfrm>
          <a:prstGeom prst="roundRect">
            <a:avLst>
              <a:gd fmla="val 28571" name="adj"/>
            </a:avLst>
          </a:prstGeom>
          <a:solidFill>
            <a:srgbClr val="7C3AED">
              <a:alpha val="2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126480" y="176479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HU-1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126480" y="207568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 y registro seguro (JWT)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035040" y="2880360"/>
            <a:ext cx="26517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035040" y="2880360"/>
            <a:ext cx="2651760" cy="91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126480" y="3044952"/>
            <a:ext cx="594360" cy="256032"/>
          </a:xfrm>
          <a:prstGeom prst="roundRect">
            <a:avLst>
              <a:gd fmla="val 28571" name="adj"/>
            </a:avLst>
          </a:prstGeom>
          <a:solidFill>
            <a:srgbClr val="7C3AED">
              <a:alpha val="2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126480" y="304495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HU-4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26480" y="33558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Panel de auditoría de certificados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57200" y="228600"/>
            <a:ext cx="1188720" cy="347472"/>
          </a:xfrm>
          <a:prstGeom prst="roundRect">
            <a:avLst>
              <a:gd fmla="val 26316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57200" y="22860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783080" y="228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Infraestructura base y arquitectura de software sin lógica de negocio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📋 Historias del 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65760" y="1261872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30352" y="1261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Setup de entorno local y repositorio GitFlow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65760" y="1609344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30352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Creación de mockups en Figma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65760" y="1956816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30352" y="19568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Modelo relacional lógico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65760" y="2304288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30352" y="23042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Configuración Vite / React + Spring Boot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663440" y="91440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800600" y="9601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🔥 Burndown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800600" y="16642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 / 13 SP  (100%)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7091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7091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7091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Planeados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0807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0807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13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0807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4523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4523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4523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663440" y="34015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🔄 Retrospectiva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663440" y="3730752"/>
            <a:ext cx="4114800" cy="29260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754880" y="373075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👍 Organización inicial rápida y efectiva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663440" y="4059936"/>
            <a:ext cx="4114800" cy="29260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754880" y="405993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🔧 Subestimamos configuración de Spring Security → se movió al Sprint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800600" y="1325875"/>
            <a:ext cx="3702900" cy="2742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57200" y="228600"/>
            <a:ext cx="1188720" cy="347472"/>
          </a:xfrm>
          <a:prstGeom prst="roundRect">
            <a:avLst>
              <a:gd fmla="val 26316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7200" y="22860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783080" y="228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Interfaz gráfica navegable y base de datos física construida en MySQL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📋 Historias del 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1261872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30352" y="1261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HU-3: UI Buscador de mentores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60" y="1609344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30352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HU-4: UI Perfil detallado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65760" y="1956816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30352" y="19568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Scripts DDL en MySQL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2304288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30352" y="23042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Enrutamiento con React Router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65760" y="26700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⚠️ Impedimento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2999232"/>
            <a:ext cx="4023360" cy="713232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75488" y="299923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Incompatibilidad de versiones de Node para Vite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75488" y="3401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✅ Emilio actualizó NVM y estandarizó la versión del equipo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663440" y="91440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800600" y="9601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🔥 Burndown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800600" y="1325825"/>
            <a:ext cx="3840600" cy="2925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800600" y="1325880"/>
            <a:ext cx="3526971" cy="2926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800600" y="16642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 / 21 SP  (86%)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7091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7091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7091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Planeados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0807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0807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18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0807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523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523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86%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4523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663440" y="34015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🔄 Retrospectiva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663440" y="3730752"/>
            <a:ext cx="4114800" cy="29260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754880" y="373075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👍 El diseño UI quedó idéntico al mockup de Figma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663440" y="4059936"/>
            <a:ext cx="4114800" cy="29260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754880" y="405993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r>
              <a:rPr lang="en-US" sz="10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Se</a:t>
            </a:r>
            <a:r>
              <a:rPr b="0" i="0" lang="en-US" sz="10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 asumió demasiada carga en CSS → adoptar Tailwind/Bootstrap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57200" y="228600"/>
            <a:ext cx="1188720" cy="347472"/>
          </a:xfrm>
          <a:prstGeom prst="roundRect">
            <a:avLst>
              <a:gd fmla="val 26316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57200" y="22860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783080" y="228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Conectar frontend con backend Java, logrando registro funcional y carga de PDFs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📋 Historias del 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5760" y="1261872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30352" y="1261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HU-1: Registro/Auth con Spring Security +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65760" y="1609344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30352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HU-2: API de subida de certificados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65760" y="1956816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30352" y="19568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Integración Axios en React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63440" y="91440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800600" y="9601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🔥 Burndown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800600" y="16642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 / 21 SP  (100%)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7091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7091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7091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Planeados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0807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0807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21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0807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4523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74523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4523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663440" y="34015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🔄 Retrospectiva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663440" y="3730752"/>
            <a:ext cx="4114800" cy="29260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754880" y="373075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👍 La integración backend-frontend fue un éxito rotundo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800600" y="1325875"/>
            <a:ext cx="3702900" cy="2742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57200" y="228600"/>
            <a:ext cx="1188720" cy="347472"/>
          </a:xfrm>
          <a:prstGeom prst="roundRect">
            <a:avLst>
              <a:gd fmla="val 26316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57200" y="22860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783080" y="228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Funciones finales (Agenda + Reseñas), testing E2E y paquete de despliegue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📋 Historias del 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65760" y="1261872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530352" y="1261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HU-5: Sistema de agendamiento de sesiones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65760" y="1609344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30352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HU-6: Sistema de reseñas (1 a 5 estrellas)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65760" y="1956816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30352" y="19568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con JUnit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65760" y="2304288"/>
            <a:ext cx="73152" cy="23774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30352" y="23042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Preparación del release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663440" y="91440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800600" y="9601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🔥 Burndown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00600" y="1325875"/>
            <a:ext cx="3702900" cy="2742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800600" y="16642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 / 18 SP  (100%)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091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7091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7091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Planeados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0807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60807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18 SP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0807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7452360" y="2468880"/>
            <a:ext cx="1280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7452360" y="25146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4523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663440" y="34015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🔄 Retrospectiva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663440" y="3730752"/>
            <a:ext cx="4114800" cy="292608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754880" y="373075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👍 Producto cumple exactamente la visión y el MVP del 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Resumen de Velocidad por Sprint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9"/>
          <p:cNvGraphicFramePr/>
          <p:nvPr/>
        </p:nvGraphicFramePr>
        <p:xfrm>
          <a:off x="365760" y="914400"/>
          <a:ext cx="5486400" cy="39319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55" name="Google Shape;255;p9"/>
          <p:cNvSpPr/>
          <p:nvPr/>
        </p:nvSpPr>
        <p:spPr>
          <a:xfrm>
            <a:off x="6126480" y="960120"/>
            <a:ext cx="26517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126480" y="960120"/>
            <a:ext cx="73152" cy="8686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6263640" y="1014984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263640" y="143560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SP Planeados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126480" y="1965960"/>
            <a:ext cx="26517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126480" y="1965960"/>
            <a:ext cx="73152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263640" y="2020824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263640" y="244144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SP Entregados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126480" y="2971800"/>
            <a:ext cx="26517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126480" y="2971800"/>
            <a:ext cx="73152" cy="86868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263640" y="3026664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17.5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263640" y="344728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Velocidad Promedio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126480" y="3977640"/>
            <a:ext cx="26517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126480" y="3977640"/>
            <a:ext cx="73152" cy="8686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263640" y="4032504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95.9%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263640" y="445312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Tasa de Cumplimiento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14B8A6">
              <a:alpha val="14901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051560" y="12801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Sprints completados con un 95.9% de cumplimiento total de Story Points.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02920" y="1792224"/>
            <a:ext cx="8138160" cy="9144"/>
          </a:xfrm>
          <a:prstGeom prst="rect">
            <a:avLst/>
          </a:prstGeom>
          <a:solidFill>
            <a:srgbClr val="64748B">
              <a:alpha val="4000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051560" y="1956816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 exitosa React + Spring Boot + MySQL con autenticación JWT.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02920" y="2468880"/>
            <a:ext cx="8138160" cy="9144"/>
          </a:xfrm>
          <a:prstGeom prst="rect">
            <a:avLst/>
          </a:prstGeom>
          <a:solidFill>
            <a:srgbClr val="64748B">
              <a:alpha val="4000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1051560" y="263347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MVP entregado: búsqueda, agendamiento, subida de certificados y reseñas.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02920" y="3145536"/>
            <a:ext cx="8138160" cy="9144"/>
          </a:xfrm>
          <a:prstGeom prst="rect">
            <a:avLst/>
          </a:prstGeom>
          <a:solidFill>
            <a:srgbClr val="64748B">
              <a:alpha val="4000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051560" y="331012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 ágil con resolución efectiva de impedimentos en todos los sprints.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02920" y="3822192"/>
            <a:ext cx="8138160" cy="9144"/>
          </a:xfrm>
          <a:prstGeom prst="rect">
            <a:avLst/>
          </a:prstGeom>
          <a:solidFill>
            <a:srgbClr val="64748B">
              <a:alpha val="40000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051560" y="3986784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Mejora continua: adopción de Tailwind y plan de Docker para futuros proyectos.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69950" y="1420450"/>
            <a:ext cx="414900" cy="22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569950" y="2097125"/>
            <a:ext cx="414900" cy="22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69950" y="2773800"/>
            <a:ext cx="414900" cy="22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69950" y="3450475"/>
            <a:ext cx="414900" cy="22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69950" y="4127150"/>
            <a:ext cx="414900" cy="22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2026-05-25T09:00:50Z</dcterms:created>
  <dc:creator>PptxGenJS</dc:creator>
</cp:coreProperties>
</file>