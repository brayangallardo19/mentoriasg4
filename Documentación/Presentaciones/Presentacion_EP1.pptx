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38c24d456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d38c24d456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3d38c24d456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38c24d45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d38c24d45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d38c24d45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11480" y="4572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DuocUC · Escuela de Informática y Telecomunicaciones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11480" y="8686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Taller aplicado de Programación 001D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137160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CertiMentor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" y="26517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Propuesta de Proyecto Informático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11480" y="32461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Plataforma de mentorías con profesionales certificados de la industria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858000" y="640080"/>
            <a:ext cx="2743200" cy="2743200"/>
          </a:xfrm>
          <a:prstGeom prst="ellipse">
            <a:avLst/>
          </a:prstGeom>
          <a:solidFill>
            <a:srgbClr val="2563EB">
              <a:alpha val="16078"/>
            </a:srgbClr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406640" y="1280160"/>
            <a:ext cx="1645920" cy="1645920"/>
          </a:xfrm>
          <a:prstGeom prst="ellipse">
            <a:avLst/>
          </a:prstGeom>
          <a:solidFill>
            <a:srgbClr val="2563EB">
              <a:alpha val="27843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11480" y="4480560"/>
            <a:ext cx="8321040" cy="457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11480" y="455371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Brayan Gallardo  ·  Nicolas Parra  ·  Emilio Morales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20116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Identificación del Equipo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11480" y="1143000"/>
            <a:ext cx="2651760" cy="35204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11480" y="1143000"/>
            <a:ext cx="2651760" cy="640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280160" y="1325880"/>
            <a:ext cx="914400" cy="914400"/>
          </a:xfrm>
          <a:prstGeom prst="ellipse">
            <a:avLst/>
          </a:prstGeom>
          <a:solidFill>
            <a:srgbClr val="DBEAFE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280160" y="13258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02920" y="237744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Brayan Gallardo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77240" y="2834640"/>
            <a:ext cx="1920240" cy="292608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77240" y="28346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3246120"/>
            <a:ext cx="23774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Responsable de la visión del producto, priorización del backlog y comunicación con stakeholders.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91840" y="1143000"/>
            <a:ext cx="2651760" cy="35204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91840" y="1143000"/>
            <a:ext cx="2651760" cy="640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160520" y="1325880"/>
            <a:ext cx="914400" cy="914400"/>
          </a:xfrm>
          <a:prstGeom prst="ellipse">
            <a:avLst/>
          </a:prstGeom>
          <a:solidFill>
            <a:srgbClr val="DBEAFE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160520" y="13258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NP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383280" y="237744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Nicolas Parra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0" y="2834640"/>
            <a:ext cx="1920240" cy="292608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57600" y="28346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429000" y="3246120"/>
            <a:ext cx="23774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Facilitador del equipo ágil, coordinación de ceremonias SCRUM y eliminación de impedimentos.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172200" y="1143000"/>
            <a:ext cx="2651760" cy="35204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172200" y="1143000"/>
            <a:ext cx="2651760" cy="640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040880" y="1325880"/>
            <a:ext cx="914400" cy="914400"/>
          </a:xfrm>
          <a:prstGeom prst="ellipse">
            <a:avLst/>
          </a:prstGeom>
          <a:solidFill>
            <a:srgbClr val="DBEAFE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040880" y="13258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263640" y="237744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Emilio Morales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537960" y="2834640"/>
            <a:ext cx="1920240" cy="292608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537960" y="28346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Full Stack Dev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309360" y="3246120"/>
            <a:ext cx="23774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Encargado del diseño e implementación de frontend, backend y base de datos del proyecto.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20116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11480" y="685800"/>
            <a:ext cx="4206240" cy="4114800"/>
          </a:xfrm>
          <a:prstGeom prst="rect">
            <a:avLst/>
          </a:prstGeom>
          <a:solidFill>
            <a:srgbClr val="1C1C2E"/>
          </a:solidFill>
          <a:ln cap="flat" cmpd="sng" w="12700">
            <a:solidFill>
              <a:srgbClr val="1C1C2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94360" y="868680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saber si la información online es confiable?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94360" y="228600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Los estudiantes pierden horas buscando en foros y videos sin garantía de calidad ni relevancia.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11480" y="4498848"/>
            <a:ext cx="4206240" cy="2926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11480" y="449884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Curvas de aprendizaje extendidas · Frustración · Desconfianza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892040" y="822960"/>
            <a:ext cx="3840480" cy="10058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892040" y="822960"/>
            <a:ext cx="54864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102352" y="9144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Métodos deficientes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102352" y="1243584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Dependencia de foros informales y tutoriales sin actualización estructurada.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892040" y="1993392"/>
            <a:ext cx="3840480" cy="10058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892040" y="1993392"/>
            <a:ext cx="54864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102352" y="208483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Fuentes no verificadas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102352" y="2414016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Autores sin certificaciones comprobables o con conocimientos obsoletos.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892040" y="3163824"/>
            <a:ext cx="3840480" cy="10058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892040" y="3163824"/>
            <a:ext cx="54864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102352" y="3255264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Sin interacción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102352" y="3584448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Plataformas de cursos estáticas sin resolución de dudas en tiempo real.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892040" y="436168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Evidencia recurrente en encuestas a estudiantes de educación técnica.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57200" y="20116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ANÁLISIS CAUSA-EFECTO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Diagrama de Ishikawa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675120" y="2148840"/>
            <a:ext cx="2103120" cy="868680"/>
          </a:xfrm>
          <a:prstGeom prst="rect">
            <a:avLst/>
          </a:prstGeom>
          <a:solidFill>
            <a:srgbClr val="1C1C2E"/>
          </a:solidFill>
          <a:ln cap="flat" cmpd="sng" w="12700">
            <a:solidFill>
              <a:srgbClr val="1C1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675120" y="2148840"/>
            <a:ext cx="2103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Ineficiencia 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desconfianza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6"/>
          <p:cNvCxnSpPr/>
          <p:nvPr/>
        </p:nvCxnSpPr>
        <p:spPr>
          <a:xfrm>
            <a:off x="822960" y="2578608"/>
            <a:ext cx="5852160" cy="0"/>
          </a:xfrm>
          <a:prstGeom prst="straightConnector1">
            <a:avLst/>
          </a:prstGeom>
          <a:noFill/>
          <a:ln cap="flat" cmpd="sng" w="31750">
            <a:solidFill>
              <a:srgbClr val="1C1C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6"/>
          <p:cNvSpPr/>
          <p:nvPr/>
        </p:nvSpPr>
        <p:spPr>
          <a:xfrm>
            <a:off x="822960" y="1005840"/>
            <a:ext cx="2331720" cy="8046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22960" y="1005840"/>
            <a:ext cx="2331720" cy="640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914400" y="109728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914400" y="138988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Foros informales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Sin actualización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6"/>
          <p:cNvCxnSpPr/>
          <p:nvPr/>
        </p:nvCxnSpPr>
        <p:spPr>
          <a:xfrm flipH="1">
            <a:off x="1823400" y="1810512"/>
            <a:ext cx="5400" cy="785100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/>
          <p:nvPr/>
        </p:nvSpPr>
        <p:spPr>
          <a:xfrm>
            <a:off x="3337560" y="1005840"/>
            <a:ext cx="2331720" cy="8046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337560" y="1005840"/>
            <a:ext cx="2331720" cy="640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429000" y="109728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Personas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429000" y="138988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Sin certificaciones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Conoc. obsoletos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6"/>
          <p:cNvCxnSpPr/>
          <p:nvPr/>
        </p:nvCxnSpPr>
        <p:spPr>
          <a:xfrm>
            <a:off x="4389120" y="1810512"/>
            <a:ext cx="6000" cy="793200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6"/>
          <p:cNvSpPr/>
          <p:nvPr/>
        </p:nvSpPr>
        <p:spPr>
          <a:xfrm>
            <a:off x="822960" y="3657600"/>
            <a:ext cx="2331720" cy="8046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22960" y="3657600"/>
            <a:ext cx="2331720" cy="640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914400" y="3749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914400" y="404164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Cursos estáticos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Sin interacción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6"/>
          <p:cNvCxnSpPr>
            <a:endCxn id="106" idx="0"/>
          </p:cNvCxnSpPr>
          <p:nvPr/>
        </p:nvCxnSpPr>
        <p:spPr>
          <a:xfrm>
            <a:off x="1828920" y="2578740"/>
            <a:ext cx="159900" cy="1170300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6"/>
          <p:cNvSpPr/>
          <p:nvPr/>
        </p:nvSpPr>
        <p:spPr>
          <a:xfrm>
            <a:off x="3337560" y="3657600"/>
            <a:ext cx="2331720" cy="80467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337560" y="3657600"/>
            <a:ext cx="2331720" cy="640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429000" y="3749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Entorno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429000" y="404164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Info. abundante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Difícil de filtrar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6"/>
          <p:cNvCxnSpPr>
            <a:endCxn id="111" idx="0"/>
          </p:cNvCxnSpPr>
          <p:nvPr/>
        </p:nvCxnSpPr>
        <p:spPr>
          <a:xfrm>
            <a:off x="4389120" y="2578740"/>
            <a:ext cx="114300" cy="1170300"/>
          </a:xfrm>
          <a:prstGeom prst="straightConnector1">
            <a:avLst/>
          </a:prstGeom>
          <a:noFill/>
          <a:ln cap="flat" cmpd="sng" w="152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20116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ESTADO DEL ARTE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¿Qué existe hoy y por qué no es suficiente?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11480" y="1115568"/>
            <a:ext cx="2715768" cy="37033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11480" y="1115568"/>
            <a:ext cx="2715768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48640" y="120700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Comunidades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(Discord / Reddit)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48640" y="20848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Ventajas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94360" y="235915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+ Respuesta rápida de la comunidad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94360" y="28346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+ Gratuito y accesible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48640" y="335584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94360" y="363016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- Sin estructura garantizada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94360" y="4105656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- Calidad variable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94360" y="4581144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- Ayuda no siempre valorada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310128" y="1115568"/>
            <a:ext cx="2715768" cy="37033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310128" y="1115568"/>
            <a:ext cx="2715768" cy="64008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447288" y="120700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Plataformas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 Cursos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447288" y="20848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Ventajas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493008" y="235915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+ Contenido estructurado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493008" y="28346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+ Amplia variedad de temas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447288" y="335584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493008" y="363016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- Contenido estático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493008" y="4105656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- No resuelven dudas en tiempo real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493008" y="4581144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- Sin interacción síncrona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208776" y="1115568"/>
            <a:ext cx="2715768" cy="3703320"/>
          </a:xfrm>
          <a:prstGeom prst="rect">
            <a:avLst/>
          </a:prstGeom>
          <a:solidFill>
            <a:srgbClr val="1C1C2E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208776" y="1115568"/>
            <a:ext cx="2715768" cy="640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345936" y="120700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CertiMentor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(Nuestra solución)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345936" y="20848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Ventajas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391656" y="235915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+ Mentores validados y certificados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391656" y="28346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+ Sesiones de 15-30 min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391656" y="331012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+ Agendamiento simple y rápido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391656" y="3785616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+ Verificación de credenciales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20116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OBJETIVOS Y ALCANCE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11480" y="685800"/>
            <a:ext cx="8321040" cy="1234440"/>
          </a:xfrm>
          <a:prstGeom prst="rect">
            <a:avLst/>
          </a:prstGeom>
          <a:solidFill>
            <a:srgbClr val="1C1C2E"/>
          </a:solidFill>
          <a:ln cap="flat" cmpd="sng" w="12700">
            <a:solidFill>
              <a:srgbClr val="1C1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94360" y="7772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94360" y="1051560"/>
            <a:ext cx="7955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Generar un espacio de ayuda colaborativa desarrollando una plataforma web en 18 semanas, facilitando el intercambio de conocimiento técnico a través de mentores certificados de la industria.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57200" y="205740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11480" y="2514600"/>
            <a:ext cx="832104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11480" y="2514600"/>
            <a:ext cx="594360" cy="6858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11480" y="2514600"/>
            <a:ext cx="594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115568" y="2578608"/>
            <a:ext cx="7452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Implementar un sistema de perfiles basados en habilidades y conocimientos del mentor con carga de certificados verificados.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11480" y="3337560"/>
            <a:ext cx="832104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11480" y="3337560"/>
            <a:ext cx="594360" cy="6858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11480" y="3337560"/>
            <a:ext cx="594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115568" y="3401568"/>
            <a:ext cx="7452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Crear un canal de apoyo con bloques de clase programados y sistema de agendamiento de sesiones.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11480" y="4160520"/>
            <a:ext cx="832104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11480" y="4160520"/>
            <a:ext cx="594360" cy="6858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11480" y="4160520"/>
            <a:ext cx="594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115568" y="4224528"/>
            <a:ext cx="7452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Desarrollar un sistema de reseñas entre usuarios y notificaciones para reuniones programadas.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48640" y="47091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Restricción: 18 semanas · Tecnologías gratuitas (Cloud) · Alcance: Código fuente funcional + Documentación + Manual de usuario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57200" y="20116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Requerimientos y Flujo de Usuario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11480" y="10972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Funcionales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11480" y="1481328"/>
            <a:ext cx="4023360" cy="4846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48640" y="1600200"/>
            <a:ext cx="246888" cy="246888"/>
          </a:xfrm>
          <a:prstGeom prst="ellipse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48640" y="1600200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932688" y="1545336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Registro de usuarios (Mentor / Estudiante)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11480" y="2057400"/>
            <a:ext cx="4023360" cy="4846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48640" y="2176272"/>
            <a:ext cx="246888" cy="246888"/>
          </a:xfrm>
          <a:prstGeom prst="ellipse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48640" y="2176272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932688" y="2121408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Carga y validación de certificados PDF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11480" y="2633472"/>
            <a:ext cx="4023360" cy="4846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48640" y="2752344"/>
            <a:ext cx="246888" cy="246888"/>
          </a:xfrm>
          <a:prstGeom prst="ellipse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48640" y="2752344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932688" y="269748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Búsqueda de mentores por tecnología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11480" y="3209544"/>
            <a:ext cx="4023360" cy="4846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48640" y="3328416"/>
            <a:ext cx="246888" cy="246888"/>
          </a:xfrm>
          <a:prstGeom prst="ellipse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48640" y="3328416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932688" y="327355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Sistema de reservas de agenda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11480" y="3785616"/>
            <a:ext cx="4023360" cy="4846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48640" y="3904488"/>
            <a:ext cx="246888" cy="246888"/>
          </a:xfrm>
          <a:prstGeom prst="ellipse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48640" y="3904488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932688" y="3849624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Sistema de reseñas de 1 a 5 estrellas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754880" y="109728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Funcionales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754880" y="1481328"/>
            <a:ext cx="3977640" cy="62179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754880" y="1481328"/>
            <a:ext cx="54864" cy="62179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919472" y="154533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919472" y="181051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Spring Security · Encriptación de contraseñas y control de acceso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754880" y="2194560"/>
            <a:ext cx="3977640" cy="62179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754880" y="2194560"/>
            <a:ext cx="54864" cy="62179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919472" y="22585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Escalabilidad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919472" y="25237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Diseño para soportar alta concurrencia de estudiantes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754880" y="2907792"/>
            <a:ext cx="3977640" cy="62179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754880" y="2907792"/>
            <a:ext cx="54864" cy="62179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919472" y="29718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Precisión horaria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919472" y="323697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Gestión de horarios según zona horaria del usuario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754880" y="3703320"/>
            <a:ext cx="3977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Flujo Principal (Figma UI/UX)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754880" y="4114800"/>
            <a:ext cx="886968" cy="566928"/>
          </a:xfrm>
          <a:prstGeom prst="rect">
            <a:avLst/>
          </a:prstGeom>
          <a:solidFill>
            <a:srgbClr val="1C1C2E"/>
          </a:solidFill>
          <a:ln cap="flat" cmpd="sng" w="12700">
            <a:solidFill>
              <a:srgbClr val="1C1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754880" y="4114800"/>
            <a:ext cx="8869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9"/>
          <p:cNvCxnSpPr/>
          <p:nvPr/>
        </p:nvCxnSpPr>
        <p:spPr>
          <a:xfrm>
            <a:off x="5641848" y="4398264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9"/>
          <p:cNvSpPr/>
          <p:nvPr/>
        </p:nvSpPr>
        <p:spPr>
          <a:xfrm>
            <a:off x="5751576" y="4114800"/>
            <a:ext cx="886968" cy="566928"/>
          </a:xfrm>
          <a:prstGeom prst="rect">
            <a:avLst/>
          </a:prstGeom>
          <a:solidFill>
            <a:srgbClr val="1C1C2E"/>
          </a:solidFill>
          <a:ln cap="flat" cmpd="sng" w="12700">
            <a:solidFill>
              <a:srgbClr val="1C1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751576" y="4114800"/>
            <a:ext cx="8869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9"/>
          <p:cNvCxnSpPr/>
          <p:nvPr/>
        </p:nvCxnSpPr>
        <p:spPr>
          <a:xfrm>
            <a:off x="6638544" y="4398264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9"/>
          <p:cNvSpPr/>
          <p:nvPr/>
        </p:nvSpPr>
        <p:spPr>
          <a:xfrm>
            <a:off x="6748272" y="4114800"/>
            <a:ext cx="886968" cy="566928"/>
          </a:xfrm>
          <a:prstGeom prst="rect">
            <a:avLst/>
          </a:prstGeom>
          <a:solidFill>
            <a:srgbClr val="1C1C2E"/>
          </a:solidFill>
          <a:ln cap="flat" cmpd="sng" w="12700">
            <a:solidFill>
              <a:srgbClr val="1C1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748272" y="4114800"/>
            <a:ext cx="8869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 Mentor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9"/>
          <p:cNvCxnSpPr/>
          <p:nvPr/>
        </p:nvCxnSpPr>
        <p:spPr>
          <a:xfrm>
            <a:off x="7635240" y="4398264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9"/>
          <p:cNvSpPr/>
          <p:nvPr/>
        </p:nvSpPr>
        <p:spPr>
          <a:xfrm>
            <a:off x="7744968" y="4114800"/>
            <a:ext cx="886968" cy="5669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1C1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7744968" y="4114800"/>
            <a:ext cx="8869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E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57200" y="20116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ARQUITECTURA Y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Técnica del Proyecto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11480" y="1078992"/>
            <a:ext cx="8321040" cy="438912"/>
          </a:xfrm>
          <a:prstGeom prst="rect">
            <a:avLst/>
          </a:prstGeom>
          <a:solidFill>
            <a:srgbClr val="FFFFFF">
              <a:alpha val="7058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48640" y="1078992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Microservicios — escala módulos de forma independiente (chat, reservas) según demanda de usuarios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11480" y="1691640"/>
            <a:ext cx="2011680" cy="306324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11480" y="1691640"/>
            <a:ext cx="201168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02920" y="178308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502920" y="2231136"/>
            <a:ext cx="182880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94360" y="2249424"/>
            <a:ext cx="1645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Java · Spring Boot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02920" y="2825496"/>
            <a:ext cx="182880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94360" y="2843784"/>
            <a:ext cx="1645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Spring Web · Data JPA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02920" y="3419856"/>
            <a:ext cx="182880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594360" y="3438144"/>
            <a:ext cx="1645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Lombok · Spring Security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2606040" y="1691640"/>
            <a:ext cx="2011680" cy="306324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2606040" y="1691640"/>
            <a:ext cx="201168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2697480" y="178308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2697480" y="2231136"/>
            <a:ext cx="182880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2788920" y="2249424"/>
            <a:ext cx="1645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React + Vite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2697480" y="2825496"/>
            <a:ext cx="182880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2788920" y="2843784"/>
            <a:ext cx="1645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JavaScript / TypeScript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2697480" y="3419856"/>
            <a:ext cx="182880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2788920" y="3438144"/>
            <a:ext cx="1645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HTML · CSS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800600" y="1691640"/>
            <a:ext cx="2011680" cy="306324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800600" y="1691640"/>
            <a:ext cx="2011680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892040" y="178308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892040" y="2231136"/>
            <a:ext cx="182880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983480" y="2249424"/>
            <a:ext cx="1645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MySQL (Relacional)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892040" y="2825496"/>
            <a:ext cx="182880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983480" y="2843784"/>
            <a:ext cx="1645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MySQL Driver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892040" y="3419856"/>
            <a:ext cx="182880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983480" y="3438144"/>
            <a:ext cx="1645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ORM con JPA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995160" y="1691640"/>
            <a:ext cx="2011680" cy="306324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995160" y="1691640"/>
            <a:ext cx="201168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7086600" y="178308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Cloud &amp; DevOps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7086600" y="2231136"/>
            <a:ext cx="182880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7178040" y="2249424"/>
            <a:ext cx="1645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AWS (PaaS / IaaS)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7086600" y="2825496"/>
            <a:ext cx="182880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7178040" y="2843784"/>
            <a:ext cx="1645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Docker (contenedores)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7086600" y="3419856"/>
            <a:ext cx="1828800" cy="50292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7178040" y="3438144"/>
            <a:ext cx="16459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GitHub · GitFlow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57200" y="20116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METODOLOGÍA Y PLANIFICACIÓN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57200" y="56692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Metodología SCRUM · Ciclo de vida iterativo e incremental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411480" y="1005840"/>
            <a:ext cx="2011680" cy="53035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11480" y="100584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Sprint Planning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2587752" y="1005840"/>
            <a:ext cx="2011680" cy="53035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2587752" y="100584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Daily (Discord)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764024" y="1005840"/>
            <a:ext cx="2011680" cy="53035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764024" y="100584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Scrum Board (Jira)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940296" y="1005840"/>
            <a:ext cx="2011680" cy="530352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940296" y="1005840"/>
            <a:ext cx="2011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Sprint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57200" y="17190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Planificación — 18 Semanas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11480" y="21488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11480" y="24780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Semanas 1–4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1554480" y="2221992"/>
            <a:ext cx="5349240" cy="5029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1554480" y="2221992"/>
            <a:ext cx="1176833" cy="5029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7086600" y="21945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Análisis · Historias de usuario · Setup AWS/Docker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7086600" y="2532888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Nicolás · Brayan · Emilio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11480" y="301752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11480" y="334670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Semanas 5–14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554480" y="3090672"/>
            <a:ext cx="5349240" cy="5029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1554480" y="3090672"/>
            <a:ext cx="2995574" cy="50292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7086600" y="306324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10 sprints de desarrollo iterativo del producto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7086600" y="3401568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Equipo completo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411480" y="38862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11480" y="421538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Semanas 15–18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554480" y="3959352"/>
            <a:ext cx="5349240" cy="5029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1554480" y="3959352"/>
            <a:ext cx="1176833" cy="5029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7086600" y="393192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Testing · Cierre · Retrospectiva del proyecto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7086600" y="4270248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Emilio · Nicolás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2E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57200" y="20116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CONTROL Y CALIDAD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Mecanismos de Control y Plan de Pruebas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11480" y="1097280"/>
            <a:ext cx="3977640" cy="352044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11480" y="1097280"/>
            <a:ext cx="397764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548640" y="11887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Certificación de Avances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48640" y="15087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Definition of Done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548640" y="1965960"/>
            <a:ext cx="3657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 finalizar cada Sprint se presenta un módulo funcional probado para validación con el docente.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Entregas acordadas por fase:</a:t>
            </a:r>
            <a:b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Documento de alcance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Backlog priorizado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Demo del software funcional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4754880" y="1097280"/>
            <a:ext cx="3977640" cy="146304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754880" y="1097280"/>
            <a:ext cx="397764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4892040" y="120700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Pruebas Unitarias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4892040" y="1572768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Framework JUnit sobre componentes individuales del backend: lógica de validación de certificados y disponibilidad de agenda.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4754880" y="2743200"/>
            <a:ext cx="3977640" cy="146304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4754880" y="2743200"/>
            <a:ext cx="3977640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4892040" y="285292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Pruebas de Integración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4892040" y="3218688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Validación de comunicación Frontend React ↔ API REST Spring Boot y persistencias en MySQL, con herramientas QA adicionales.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575" y="246878"/>
            <a:ext cx="7830850" cy="4649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88" y="94713"/>
            <a:ext cx="6894236" cy="495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